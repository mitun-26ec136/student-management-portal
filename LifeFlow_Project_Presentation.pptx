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Blood Donation Network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Responsive Website for Connecting Donors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Blood Stock &amp; Registration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Practical  •  HTML5 + CSS3  •  October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86868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868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8686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463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14630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205740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0574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20574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Features &amp; Sections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265176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651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&amp; Testing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7280" y="324612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2461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32461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Highlights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7280" y="384048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3840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03120" y="3840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 is a single-page responsive website that helps people become blood donors and check regional blood stock levels in real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9FAF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voluntary donors with local blood banks through a clean, modern interface.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9FAFB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2057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usable on desktop and mobile using Flexbox, Grid and media queries.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9FAF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critical shortages (O-, A+) and encourage immediate registration.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9FAFB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website + Project Report (Word) + this PPT.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header, section, 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D3557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Flexbox, Grid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Animations, Media Queries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 Awesome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icons for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droplet, heart, map, user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118872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D3557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+ Live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Browser testing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Sticky Navigation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smooth-scroll links + Register button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14300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143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 Section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Impactful headline + dual CTAs + pulsing heart animation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14300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1143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Blood Stock Cards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 / A+ / B+ / AB- with progress bars &amp; status colors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3-Step Workflow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Find Camps → Donate Life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6517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288036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Registration Form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Blood Type, Phone, Location + success alert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6517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288036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Layout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 @768px for mobile-friendly stacking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– Hero Section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76809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– Blood Stock Dashboard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6809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– Three Simple Steps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6809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– Registration Form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22960"/>
            <a:ext cx="73152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Code Highlights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Variables + Animation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--primary-color: #e63946;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--secondary-color: #1d3557;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--success-color: #2a9d8f;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heartbeat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0%, 100% { transform: scale(1);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25% { transform: scale(1.12);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Media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768px)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flex-direction: column-reverse;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text-align: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.nav-links { display: none;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.form-container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flex-direction: column;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914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914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&amp; Nav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nav, pulse animation working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Cards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bars &amp; colors correct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377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+ hover lift effect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80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1168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2880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submits → success alert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11680" y="3383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3383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383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layout stacks cleanly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achieved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Complete responsive single-page website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styled blood stock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Interactive donor registration 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Clean modern UI with CSS animations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documentation (Report + PPT)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Backend for real donor data storage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Geolocation for nearby donation camps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SMS / email notifications for urgent needs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Progressive Web App (offline support)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Admin dashboard for blood banks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38328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383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Drop Counts. Save a Life Today.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LifeFlow  •  Blood Donation Network  •  HTML5 + CSS3 Project  •  October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LifeFlow – Blood Donation Network</dc:title>
  <dc:subject>Web Development Project Presentation</dc:subject>
  <dc:creator>LifeFlow Project</dc:creator>
  <cp:lastModifiedBy>LifeFlow Project</cp:lastModifiedBy>
  <cp:revision>1</cp:revision>
  <dcterms:created xsi:type="dcterms:W3CDTF">2026-10-21T13:43:29Z</dcterms:created>
  <dcterms:modified xsi:type="dcterms:W3CDTF">2026-10-21T13:43:29Z</dcterms:modified>
</cp:coreProperties>
</file>